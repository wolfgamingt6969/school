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429a2968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429a2968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f429a296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f429a296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429a2968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f429a2968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f429a2968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f429a2968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429a2968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429a2968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f429a2968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f429a2968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f429a2968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f429a2968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7225" y="0"/>
            <a:ext cx="9261224" cy="5234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68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" y="0"/>
            <a:ext cx="8830407" cy="499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4852"/>
            <a:ext cx="9144001" cy="5168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00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37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68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